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61" r:id="rId5"/>
    <p:sldId id="262" r:id="rId6"/>
    <p:sldId id="263" r:id="rId7"/>
    <p:sldId id="264" r:id="rId8"/>
    <p:sldId id="267" r:id="rId9"/>
    <p:sldId id="268" r:id="rId10"/>
    <p:sldId id="269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5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5182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7822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3571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280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4997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4934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871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604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9656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3350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6356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1267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5633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8194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8177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0092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228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507EB08-1C64-48E4-9B10-2EB8DE65D6D6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hu-H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F4D2435-E75A-4353-9303-62C12140210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9045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0064A9-8B1E-A339-8752-1F24135A9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73" y="751352"/>
            <a:ext cx="8825658" cy="2677648"/>
          </a:xfrm>
        </p:spPr>
        <p:txBody>
          <a:bodyPr/>
          <a:lstStyle/>
          <a:p>
            <a:r>
              <a:rPr lang="hu-HU" sz="6000" dirty="0"/>
              <a:t>Pulcsi Webshop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DE68062-AF8D-7270-592C-68902CCCD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973" y="3622135"/>
            <a:ext cx="11572567" cy="1010155"/>
          </a:xfrm>
        </p:spPr>
        <p:txBody>
          <a:bodyPr>
            <a:normAutofit/>
          </a:bodyPr>
          <a:lstStyle/>
          <a:p>
            <a:r>
              <a:rPr lang="hu-HU" dirty="0"/>
              <a:t>Projektben részt vett: Demeter Sándor, Laskovics Lilla Mária, Gyüre Zsombor</a:t>
            </a:r>
          </a:p>
          <a:p>
            <a:r>
              <a:rPr lang="hu-HU" dirty="0"/>
              <a:t>Prezentációt készítette: Laskovics Lilla Mária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BD06FFA-5281-BC10-9CAF-976C97680CFE}"/>
              </a:ext>
            </a:extLst>
          </p:cNvPr>
          <p:cNvSpPr txBox="1"/>
          <p:nvPr/>
        </p:nvSpPr>
        <p:spPr>
          <a:xfrm>
            <a:off x="834012" y="5457779"/>
            <a:ext cx="29944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solidFill>
                  <a:srgbClr val="EF53A5"/>
                </a:solidFill>
              </a:rPr>
              <a:t>2025.12.02</a:t>
            </a:r>
            <a:r>
              <a:rPr lang="hu-HU" dirty="0">
                <a:solidFill>
                  <a:srgbClr val="EF53A5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3728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1F186B-7E5C-7A9F-9B61-8254F4D8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036" y="2132506"/>
            <a:ext cx="4941046" cy="2592987"/>
          </a:xfrm>
        </p:spPr>
        <p:txBody>
          <a:bodyPr/>
          <a:lstStyle/>
          <a:p>
            <a:r>
              <a:rPr lang="hu-HU" dirty="0"/>
              <a:t>Ki miért volt felelős: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C969446-CED2-3C46-876B-54172E5E3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171" y="1803395"/>
            <a:ext cx="5089964" cy="3251208"/>
          </a:xfrm>
        </p:spPr>
        <p:txBody>
          <a:bodyPr/>
          <a:lstStyle/>
          <a:p>
            <a:r>
              <a:rPr lang="hu-HU" b="1" dirty="0"/>
              <a:t>Frontend:</a:t>
            </a:r>
            <a:r>
              <a:rPr lang="hu-HU" dirty="0"/>
              <a:t> </a:t>
            </a:r>
            <a:r>
              <a:rPr lang="hu-HU" dirty="0" err="1"/>
              <a:t>demeter</a:t>
            </a:r>
            <a:r>
              <a:rPr lang="hu-HU" dirty="0"/>
              <a:t> </a:t>
            </a:r>
            <a:r>
              <a:rPr lang="hu-HU" dirty="0" err="1"/>
              <a:t>sándor</a:t>
            </a:r>
            <a:r>
              <a:rPr lang="hu-HU" dirty="0"/>
              <a:t>, (Laskovics Lilla)</a:t>
            </a:r>
          </a:p>
          <a:p>
            <a:r>
              <a:rPr lang="hu-HU" b="1" dirty="0"/>
              <a:t>Backend:</a:t>
            </a:r>
            <a:r>
              <a:rPr lang="hu-HU" dirty="0"/>
              <a:t> </a:t>
            </a:r>
            <a:r>
              <a:rPr lang="hu-HU" dirty="0" err="1"/>
              <a:t>demeter</a:t>
            </a:r>
            <a:r>
              <a:rPr lang="hu-HU" dirty="0"/>
              <a:t> </a:t>
            </a:r>
            <a:r>
              <a:rPr lang="hu-HU" dirty="0" err="1"/>
              <a:t>sándor</a:t>
            </a:r>
            <a:endParaRPr lang="hu-HU" dirty="0"/>
          </a:p>
          <a:p>
            <a:r>
              <a:rPr lang="hu-HU" b="1" dirty="0"/>
              <a:t>Dokumentáció:</a:t>
            </a:r>
            <a:r>
              <a:rPr lang="hu-HU" dirty="0"/>
              <a:t> Laskovics </a:t>
            </a:r>
            <a:r>
              <a:rPr lang="hu-HU" dirty="0" err="1"/>
              <a:t>liLla</a:t>
            </a:r>
            <a:r>
              <a:rPr lang="hu-HU" dirty="0"/>
              <a:t>, </a:t>
            </a:r>
            <a:r>
              <a:rPr lang="hu-HU" dirty="0" err="1"/>
              <a:t>gyüre</a:t>
            </a:r>
            <a:r>
              <a:rPr lang="hu-HU" dirty="0"/>
              <a:t> zsombor</a:t>
            </a:r>
          </a:p>
        </p:txBody>
      </p:sp>
    </p:spTree>
    <p:extLst>
      <p:ext uri="{BB962C8B-B14F-4D97-AF65-F5344CB8AC3E}">
        <p14:creationId xmlns:p14="http://schemas.microsoft.com/office/powerpoint/2010/main" val="150693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761868-14D1-47BA-63B7-33ED6289B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Miért készült a rendszer?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11EDB4-E2F6-B45D-3BD0-8B6E7CE77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170" y="2800146"/>
            <a:ext cx="8825659" cy="3416300"/>
          </a:xfrm>
        </p:spPr>
        <p:txBody>
          <a:bodyPr/>
          <a:lstStyle/>
          <a:p>
            <a:r>
              <a:rPr lang="hu-HU" dirty="0"/>
              <a:t>Manapság az életben mindenki pörög, minden a gyors hozzájutásról, beszerzésről szól. A webshopunkkal szeretnénk segíteni az embereknek, a pulóverek egyszerű, gyors valamint kényelmes beszerzésével.</a:t>
            </a:r>
          </a:p>
          <a:p>
            <a:pPr>
              <a:lnSpc>
                <a:spcPct val="150000"/>
              </a:lnSpc>
              <a:spcBef>
                <a:spcPts val="6600"/>
              </a:spcBef>
            </a:pPr>
            <a:r>
              <a:rPr lang="hu-HU" dirty="0"/>
              <a:t>Célunk, hogy az oldalunk segítségével mindenki megtalálja a tökéletes pulcsit és időt spóroljon a vásárlás hosszú menetéből.</a:t>
            </a:r>
          </a:p>
        </p:txBody>
      </p:sp>
    </p:spTree>
    <p:extLst>
      <p:ext uri="{BB962C8B-B14F-4D97-AF65-F5344CB8AC3E}">
        <p14:creationId xmlns:p14="http://schemas.microsoft.com/office/powerpoint/2010/main" val="2687286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C87343-4263-5D60-3C30-7162F373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Funkcionális követelmények: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CA2A7A7-2FBC-548F-F6B3-477ABD65C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 webshop lehetőséget biztosít:</a:t>
            </a:r>
          </a:p>
          <a:p>
            <a:r>
              <a:rPr lang="hu-HU" dirty="0"/>
              <a:t>a termékek böngészésére,</a:t>
            </a:r>
          </a:p>
          <a:p>
            <a:pPr lvl="0"/>
            <a:r>
              <a:rPr lang="hu-HU" dirty="0"/>
              <a:t>A részletes adatok megtekintésére,</a:t>
            </a:r>
          </a:p>
          <a:p>
            <a:pPr lvl="0"/>
            <a:r>
              <a:rPr lang="hu-HU" dirty="0"/>
              <a:t>A kosár kezelésére,</a:t>
            </a:r>
          </a:p>
          <a:p>
            <a:pPr lvl="0"/>
            <a:r>
              <a:rPr lang="hu-HU" dirty="0"/>
              <a:t>A megrendelések leadására,</a:t>
            </a:r>
          </a:p>
        </p:txBody>
      </p:sp>
    </p:spTree>
    <p:extLst>
      <p:ext uri="{BB962C8B-B14F-4D97-AF65-F5344CB8AC3E}">
        <p14:creationId xmlns:p14="http://schemas.microsoft.com/office/powerpoint/2010/main" val="109803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94249D-1E14-D529-C19E-1F8B62EFD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Funkcionális követelmények: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968DF2-B0D8-CDC0-F9A2-58477A486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 rendszer még képes:</a:t>
            </a:r>
          </a:p>
          <a:p>
            <a:r>
              <a:rPr lang="hu-HU" dirty="0"/>
              <a:t>A termékek megjelenítésére és szűrésére (méret, szín, ár).</a:t>
            </a:r>
          </a:p>
          <a:p>
            <a:r>
              <a:rPr lang="hu-HU" dirty="0"/>
              <a:t> A kosárban lévő termékek hozzáadására valamint törlésére.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A webshop alapvetően csak pulóverek árusítására készült.</a:t>
            </a:r>
          </a:p>
          <a:p>
            <a:pPr marL="0" indent="0">
              <a:buNone/>
            </a:pPr>
            <a:r>
              <a:rPr lang="hu-HU" dirty="0"/>
              <a:t>A rendszernek működnie kell legalább a legújabb Chrome, Firefox és Edge böngészőkben.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56728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75D70B0-D96D-9D1D-946F-E0B284AF8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2287088"/>
            <a:ext cx="4351025" cy="2283824"/>
          </a:xfrm>
        </p:spPr>
        <p:txBody>
          <a:bodyPr/>
          <a:lstStyle/>
          <a:p>
            <a:r>
              <a:rPr lang="hu-HU" dirty="0"/>
              <a:t>Alkalmazott technológiák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D495D21-6D58-970D-2A5B-2CB36F357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74218" y="2287088"/>
            <a:ext cx="4351025" cy="2283824"/>
          </a:xfrm>
        </p:spPr>
        <p:txBody>
          <a:bodyPr/>
          <a:lstStyle/>
          <a:p>
            <a:r>
              <a:rPr lang="hu-HU" b="1" dirty="0"/>
              <a:t>Frontend:</a:t>
            </a:r>
            <a:r>
              <a:rPr lang="hu-HU" dirty="0"/>
              <a:t> HTML/CSS</a:t>
            </a:r>
          </a:p>
          <a:p>
            <a:r>
              <a:rPr lang="hu-HU" b="1" dirty="0"/>
              <a:t>Backend:</a:t>
            </a:r>
            <a:r>
              <a:rPr lang="hu-HU" dirty="0"/>
              <a:t> Java/Spring</a:t>
            </a:r>
          </a:p>
          <a:p>
            <a:r>
              <a:rPr lang="hu-HU" b="1" dirty="0"/>
              <a:t>Verziókezelés &amp; projektmenedzsment:</a:t>
            </a:r>
            <a:r>
              <a:rPr lang="hu-HU" dirty="0"/>
              <a:t> </a:t>
            </a:r>
            <a:r>
              <a:rPr lang="hu-HU" dirty="0" err="1"/>
              <a:t>Git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06509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1741F6-9ED2-3765-F6EF-285E2D77B1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2922" y="189437"/>
            <a:ext cx="8761413" cy="708025"/>
          </a:xfrm>
        </p:spPr>
        <p:txBody>
          <a:bodyPr/>
          <a:lstStyle/>
          <a:p>
            <a:r>
              <a:rPr lang="hu-HU" dirty="0">
                <a:solidFill>
                  <a:srgbClr val="EF53A5"/>
                </a:solidFill>
              </a:rPr>
              <a:t>Rendszer bemutatása: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F8B14B4-E4F5-5672-CA8A-249DFE3F57F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81603" y="999898"/>
            <a:ext cx="5966514" cy="2883412"/>
          </a:xfrm>
          <a:prstGeom prst="rect">
            <a:avLst/>
          </a:prstGeom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E3D2DF6B-4342-25BC-8B92-C412065F5948}"/>
              </a:ext>
            </a:extLst>
          </p:cNvPr>
          <p:cNvSpPr/>
          <p:nvPr/>
        </p:nvSpPr>
        <p:spPr>
          <a:xfrm>
            <a:off x="2455537" y="1954825"/>
            <a:ext cx="1633809" cy="5493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24CEAD76-8C8D-A86B-DA36-A085D3AFE114}"/>
              </a:ext>
            </a:extLst>
          </p:cNvPr>
          <p:cNvCxnSpPr>
            <a:cxnSpLocks/>
          </p:cNvCxnSpPr>
          <p:nvPr/>
        </p:nvCxnSpPr>
        <p:spPr>
          <a:xfrm flipH="1">
            <a:off x="4296697" y="1867142"/>
            <a:ext cx="2369574" cy="2529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0D4CD05B-5FC2-51EA-1371-872FEBA37138}"/>
              </a:ext>
            </a:extLst>
          </p:cNvPr>
          <p:cNvSpPr txBox="1"/>
          <p:nvPr/>
        </p:nvSpPr>
        <p:spPr>
          <a:xfrm>
            <a:off x="7060111" y="1322633"/>
            <a:ext cx="2882274" cy="147732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hu-HU" dirty="0"/>
              <a:t>A „Böngészd termékeinket” feliratra rákattintva átirányítja a vásárlót a Termékek oldalra</a:t>
            </a:r>
          </a:p>
        </p:txBody>
      </p:sp>
      <p:pic>
        <p:nvPicPr>
          <p:cNvPr id="20" name="Kép 19">
            <a:extLst>
              <a:ext uri="{FF2B5EF4-FFF2-40B4-BE49-F238E27FC236}">
                <a16:creationId xmlns:a16="http://schemas.microsoft.com/office/drawing/2014/main" id="{A40F151F-61EC-359F-2604-98F7B0A2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141" y="3279439"/>
            <a:ext cx="6677226" cy="3206754"/>
          </a:xfrm>
          <a:prstGeom prst="rect">
            <a:avLst/>
          </a:prstGeom>
        </p:spPr>
      </p:pic>
      <p:sp>
        <p:nvSpPr>
          <p:cNvPr id="24" name="Szövegdoboz 23">
            <a:extLst>
              <a:ext uri="{FF2B5EF4-FFF2-40B4-BE49-F238E27FC236}">
                <a16:creationId xmlns:a16="http://schemas.microsoft.com/office/drawing/2014/main" id="{3CFE694F-E956-3991-D64A-B0BD12B9FCD4}"/>
              </a:ext>
            </a:extLst>
          </p:cNvPr>
          <p:cNvSpPr txBox="1"/>
          <p:nvPr/>
        </p:nvSpPr>
        <p:spPr>
          <a:xfrm>
            <a:off x="741563" y="4307588"/>
            <a:ext cx="3647768" cy="175432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hu-HU" dirty="0"/>
              <a:t>A bal oldalon található „Szűrők” menüben, lehetősége van a vásárlónak Keresni a termékek között, Árat beállítani és külön Kategóriát is választani</a:t>
            </a:r>
          </a:p>
        </p:txBody>
      </p:sp>
      <p:sp>
        <p:nvSpPr>
          <p:cNvPr id="25" name="Téglalap 24">
            <a:extLst>
              <a:ext uri="{FF2B5EF4-FFF2-40B4-BE49-F238E27FC236}">
                <a16:creationId xmlns:a16="http://schemas.microsoft.com/office/drawing/2014/main" id="{C9879BBD-A4BD-1E73-239B-4680B8005DB7}"/>
              </a:ext>
            </a:extLst>
          </p:cNvPr>
          <p:cNvSpPr/>
          <p:nvPr/>
        </p:nvSpPr>
        <p:spPr>
          <a:xfrm>
            <a:off x="5468282" y="3585273"/>
            <a:ext cx="1583213" cy="30156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BAD929BC-60CA-CE75-26D7-2E00735EDF60}"/>
              </a:ext>
            </a:extLst>
          </p:cNvPr>
          <p:cNvCxnSpPr/>
          <p:nvPr/>
        </p:nvCxnSpPr>
        <p:spPr>
          <a:xfrm>
            <a:off x="4572001" y="5093109"/>
            <a:ext cx="7767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204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B0AC5E-6BCB-1FB9-C7B0-6152D67367E7}"/>
              </a:ext>
            </a:extLst>
          </p:cNvPr>
          <p:cNvSpPr txBox="1">
            <a:spLocks/>
          </p:cNvSpPr>
          <p:nvPr/>
        </p:nvSpPr>
        <p:spPr bwMode="gray">
          <a:xfrm>
            <a:off x="362922" y="189437"/>
            <a:ext cx="8761413" cy="708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dirty="0">
                <a:solidFill>
                  <a:srgbClr val="EF53A5"/>
                </a:solidFill>
              </a:rPr>
              <a:t>Rendszer bemutatása: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053BECC-6861-8F0B-D09B-232AB060E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72" y="986486"/>
            <a:ext cx="5943553" cy="2879349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06C9C823-CE4A-A802-8521-B9AC4528DE07}"/>
              </a:ext>
            </a:extLst>
          </p:cNvPr>
          <p:cNvSpPr txBox="1"/>
          <p:nvPr/>
        </p:nvSpPr>
        <p:spPr>
          <a:xfrm>
            <a:off x="6803922" y="1179870"/>
            <a:ext cx="2772697" cy="147732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hu-HU" dirty="0"/>
              <a:t>A főoldalon legörgetve a „Kiemelt termékek” fognak megjelenni, jelen helyzetben a kapucnis pulcsik. 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28951790-235E-8021-225E-AB5EE3F0C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72" y="3954859"/>
            <a:ext cx="6290859" cy="2713704"/>
          </a:xfrm>
          <a:prstGeom prst="rect">
            <a:avLst/>
          </a:prstGeom>
        </p:spPr>
      </p:pic>
      <p:sp>
        <p:nvSpPr>
          <p:cNvPr id="11" name="Téglalap 10">
            <a:extLst>
              <a:ext uri="{FF2B5EF4-FFF2-40B4-BE49-F238E27FC236}">
                <a16:creationId xmlns:a16="http://schemas.microsoft.com/office/drawing/2014/main" id="{21F66F0B-AE1B-320E-ED62-A7A0C77AD40C}"/>
              </a:ext>
            </a:extLst>
          </p:cNvPr>
          <p:cNvSpPr/>
          <p:nvPr/>
        </p:nvSpPr>
        <p:spPr>
          <a:xfrm>
            <a:off x="6174658" y="3954859"/>
            <a:ext cx="716073" cy="42049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FD4CBDB0-C0D7-6ECC-DFC2-2CA0BA2BD8D3}"/>
              </a:ext>
            </a:extLst>
          </p:cNvPr>
          <p:cNvSpPr txBox="1"/>
          <p:nvPr/>
        </p:nvSpPr>
        <p:spPr>
          <a:xfrm>
            <a:off x="8318090" y="3865835"/>
            <a:ext cx="2772697" cy="147732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hu-HU" dirty="0"/>
              <a:t>A „Kosár” menüpontra rákanttintva a kosár tartalmát tudja  megtekinteni a vásárló.</a:t>
            </a:r>
          </a:p>
        </p:txBody>
      </p: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047C5F18-00BD-3241-1D44-43AEAFAB2BF3}"/>
              </a:ext>
            </a:extLst>
          </p:cNvPr>
          <p:cNvCxnSpPr/>
          <p:nvPr/>
        </p:nvCxnSpPr>
        <p:spPr>
          <a:xfrm flipH="1">
            <a:off x="7020232" y="4165107"/>
            <a:ext cx="103238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91A7B9A3-81EF-ADEA-F3E6-8FC88928BBB5}"/>
              </a:ext>
            </a:extLst>
          </p:cNvPr>
          <p:cNvCxnSpPr/>
          <p:nvPr/>
        </p:nvCxnSpPr>
        <p:spPr>
          <a:xfrm flipH="1">
            <a:off x="4650658" y="4522839"/>
            <a:ext cx="3539612" cy="10225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592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0074457B-A51D-21EF-A95A-009BDC371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48" y="1936954"/>
            <a:ext cx="6098965" cy="3186560"/>
          </a:xfrm>
          <a:prstGeom prst="rect">
            <a:avLst/>
          </a:prstGeom>
        </p:spPr>
      </p:pic>
      <p:sp>
        <p:nvSpPr>
          <p:cNvPr id="6" name="Cím 1">
            <a:extLst>
              <a:ext uri="{FF2B5EF4-FFF2-40B4-BE49-F238E27FC236}">
                <a16:creationId xmlns:a16="http://schemas.microsoft.com/office/drawing/2014/main" id="{746724E2-3771-D11C-30CD-842520C5BA5C}"/>
              </a:ext>
            </a:extLst>
          </p:cNvPr>
          <p:cNvSpPr txBox="1">
            <a:spLocks/>
          </p:cNvSpPr>
          <p:nvPr/>
        </p:nvSpPr>
        <p:spPr bwMode="gray">
          <a:xfrm>
            <a:off x="362922" y="189437"/>
            <a:ext cx="8761413" cy="708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dirty="0">
                <a:solidFill>
                  <a:srgbClr val="EF53A5"/>
                </a:solidFill>
              </a:rPr>
              <a:t>Rendszer bemutatása: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922EBA6-1EA1-249E-7940-A6BD01AE947E}"/>
              </a:ext>
            </a:extLst>
          </p:cNvPr>
          <p:cNvSpPr txBox="1"/>
          <p:nvPr/>
        </p:nvSpPr>
        <p:spPr>
          <a:xfrm>
            <a:off x="7216878" y="2388841"/>
            <a:ext cx="2536722" cy="12003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hu-HU" dirty="0"/>
              <a:t>A „Kosárba” gomb kattintásával az adott termék a kosárba helyeződik.</a:t>
            </a:r>
          </a:p>
        </p:txBody>
      </p:sp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DF4B652E-E0C9-0F9A-C841-501AB40FFD05}"/>
              </a:ext>
            </a:extLst>
          </p:cNvPr>
          <p:cNvCxnSpPr>
            <a:cxnSpLocks/>
          </p:cNvCxnSpPr>
          <p:nvPr/>
        </p:nvCxnSpPr>
        <p:spPr>
          <a:xfrm flipH="1">
            <a:off x="6243484" y="2996566"/>
            <a:ext cx="845574" cy="9072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EED4DBFC-DC44-31F9-02ED-B50874DAD2C2}"/>
              </a:ext>
            </a:extLst>
          </p:cNvPr>
          <p:cNvSpPr/>
          <p:nvPr/>
        </p:nvSpPr>
        <p:spPr>
          <a:xfrm>
            <a:off x="4552336" y="4090219"/>
            <a:ext cx="1799303" cy="3932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581CEF8D-7433-47FB-0B9A-5A7C644DE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878" y="4071159"/>
            <a:ext cx="4403739" cy="824700"/>
          </a:xfrm>
          <a:prstGeom prst="rect">
            <a:avLst/>
          </a:prstGeom>
        </p:spPr>
      </p:pic>
      <p:sp>
        <p:nvSpPr>
          <p:cNvPr id="14" name="Ellipszis 13">
            <a:extLst>
              <a:ext uri="{FF2B5EF4-FFF2-40B4-BE49-F238E27FC236}">
                <a16:creationId xmlns:a16="http://schemas.microsoft.com/office/drawing/2014/main" id="{2043B16A-E3F6-212B-7CE4-A4D6B3954F88}"/>
              </a:ext>
            </a:extLst>
          </p:cNvPr>
          <p:cNvSpPr/>
          <p:nvPr/>
        </p:nvSpPr>
        <p:spPr>
          <a:xfrm>
            <a:off x="10156723" y="4071159"/>
            <a:ext cx="1219200" cy="697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D6EA7DB9-CA3C-473F-2A6E-4E7BFF66AA32}"/>
              </a:ext>
            </a:extLst>
          </p:cNvPr>
          <p:cNvCxnSpPr/>
          <p:nvPr/>
        </p:nvCxnSpPr>
        <p:spPr>
          <a:xfrm>
            <a:off x="9930581" y="2996566"/>
            <a:ext cx="688258" cy="9072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68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A91E82-5A73-BD9D-EAFE-47721E8861EA}"/>
              </a:ext>
            </a:extLst>
          </p:cNvPr>
          <p:cNvSpPr txBox="1">
            <a:spLocks/>
          </p:cNvSpPr>
          <p:nvPr/>
        </p:nvSpPr>
        <p:spPr bwMode="gray">
          <a:xfrm>
            <a:off x="362922" y="189437"/>
            <a:ext cx="8761413" cy="708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dirty="0">
                <a:solidFill>
                  <a:srgbClr val="EF53A5"/>
                </a:solidFill>
              </a:rPr>
              <a:t>Rendszer bemutatása: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2140001-3549-D081-C433-C90B9295D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38" y="1481546"/>
            <a:ext cx="6480330" cy="3233637"/>
          </a:xfrm>
          <a:prstGeom prst="rect">
            <a:avLst/>
          </a:prstGeom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53C3423D-3075-EDDF-4819-2B8BAAAC948E}"/>
              </a:ext>
            </a:extLst>
          </p:cNvPr>
          <p:cNvSpPr/>
          <p:nvPr/>
        </p:nvSpPr>
        <p:spPr>
          <a:xfrm>
            <a:off x="1474840" y="3844413"/>
            <a:ext cx="4522838" cy="50144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B9781B2-51BC-BA98-D363-0AA86E0D14FA}"/>
              </a:ext>
            </a:extLst>
          </p:cNvPr>
          <p:cNvSpPr txBox="1"/>
          <p:nvPr/>
        </p:nvSpPr>
        <p:spPr>
          <a:xfrm>
            <a:off x="7728155" y="2595162"/>
            <a:ext cx="3224980" cy="92333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hu-HU" dirty="0"/>
              <a:t>A „Kosár ürítése” gombbal a kosár tartalmát törölni lehet.</a:t>
            </a:r>
          </a:p>
        </p:txBody>
      </p: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600D2155-20DF-F51E-A4EE-CD2995DBA474}"/>
              </a:ext>
            </a:extLst>
          </p:cNvPr>
          <p:cNvCxnSpPr>
            <a:cxnSpLocks/>
          </p:cNvCxnSpPr>
          <p:nvPr/>
        </p:nvCxnSpPr>
        <p:spPr>
          <a:xfrm flipH="1">
            <a:off x="6096000" y="3254477"/>
            <a:ext cx="1445342" cy="5899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Kép 11">
            <a:extLst>
              <a:ext uri="{FF2B5EF4-FFF2-40B4-BE49-F238E27FC236}">
                <a16:creationId xmlns:a16="http://schemas.microsoft.com/office/drawing/2014/main" id="{F278D8F1-B07D-FD53-3577-BC3654993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528" y="4345858"/>
            <a:ext cx="5063613" cy="2217815"/>
          </a:xfrm>
          <a:prstGeom prst="rect">
            <a:avLst/>
          </a:prstGeom>
        </p:spPr>
      </p:pic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435F1E5B-333E-9FB2-3116-707D47AE1C8A}"/>
              </a:ext>
            </a:extLst>
          </p:cNvPr>
          <p:cNvCxnSpPr/>
          <p:nvPr/>
        </p:nvCxnSpPr>
        <p:spPr>
          <a:xfrm flipH="1">
            <a:off x="9527458" y="3716594"/>
            <a:ext cx="304800" cy="15731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95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E3C2-1DA8-EE39-C1EF-899BD33C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Röviden</a:t>
            </a:r>
            <a:r>
              <a:rPr lang="en-GB" dirty="0"/>
              <a:t> a </a:t>
            </a:r>
            <a:r>
              <a:rPr lang="en-GB" dirty="0" err="1"/>
              <a:t>fejlesztésről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55FB5-9076-BE15-6792-5B916D8F1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charset="2"/>
              <a:buChar char="•"/>
            </a:pPr>
            <a:r>
              <a:rPr lang="en-GB" err="1"/>
              <a:t>Főbb</a:t>
            </a:r>
            <a:r>
              <a:rPr lang="en-GB" dirty="0"/>
              <a:t> </a:t>
            </a:r>
            <a:r>
              <a:rPr lang="en-GB" err="1"/>
              <a:t>problémák</a:t>
            </a:r>
            <a:r>
              <a:rPr lang="en-GB" dirty="0"/>
              <a:t> </a:t>
            </a:r>
            <a:r>
              <a:rPr lang="en-GB" err="1"/>
              <a:t>amik</a:t>
            </a:r>
            <a:r>
              <a:rPr lang="en-GB" dirty="0"/>
              <a:t> a </a:t>
            </a:r>
            <a:r>
              <a:rPr lang="en-GB" err="1"/>
              <a:t>fejlesztés</a:t>
            </a:r>
            <a:r>
              <a:rPr lang="en-GB" dirty="0"/>
              <a:t> </a:t>
            </a:r>
            <a:r>
              <a:rPr lang="en-GB" err="1"/>
              <a:t>során</a:t>
            </a:r>
            <a:r>
              <a:rPr lang="en-GB" dirty="0"/>
              <a:t> </a:t>
            </a:r>
            <a:r>
              <a:rPr lang="en-GB" err="1"/>
              <a:t>előjöttek</a:t>
            </a:r>
            <a:r>
              <a:rPr lang="en-GB" dirty="0"/>
              <a:t>:</a:t>
            </a:r>
            <a:endParaRPr lang="en-US"/>
          </a:p>
          <a:p>
            <a:pPr marL="285750" indent="-285750">
              <a:buFont typeface="Arial" charset="2"/>
              <a:buChar char="•"/>
            </a:pPr>
            <a:r>
              <a:rPr lang="en-GB" err="1"/>
              <a:t>Verzió</a:t>
            </a:r>
            <a:r>
              <a:rPr lang="en-GB" dirty="0"/>
              <a:t> </a:t>
            </a:r>
            <a:r>
              <a:rPr lang="en-GB" err="1"/>
              <a:t>kezelés</a:t>
            </a:r>
            <a:r>
              <a:rPr lang="en-GB" dirty="0"/>
              <a:t>.</a:t>
            </a:r>
            <a:endParaRPr lang="en-US" dirty="0"/>
          </a:p>
          <a:p>
            <a:pPr marL="285750" indent="-285750">
              <a:buFont typeface="Arial" charset="2"/>
              <a:buChar char="•"/>
            </a:pPr>
            <a:r>
              <a:rPr lang="en-GB" err="1"/>
              <a:t>Megfelelő</a:t>
            </a:r>
            <a:r>
              <a:rPr lang="en-GB" dirty="0"/>
              <a:t> </a:t>
            </a:r>
            <a:r>
              <a:rPr lang="en-GB" err="1"/>
              <a:t>mavenes</a:t>
            </a:r>
            <a:r>
              <a:rPr lang="en-GB" dirty="0"/>
              <a:t> </a:t>
            </a:r>
            <a:r>
              <a:rPr lang="en-GB" err="1"/>
              <a:t>környezet</a:t>
            </a:r>
            <a:r>
              <a:rPr lang="en-GB" dirty="0"/>
              <a:t> </a:t>
            </a:r>
            <a:r>
              <a:rPr lang="en-GB" err="1"/>
              <a:t>kialakítása</a:t>
            </a:r>
            <a:r>
              <a:rPr lang="en-GB" dirty="0"/>
              <a:t>.</a:t>
            </a:r>
          </a:p>
          <a:p>
            <a:pPr marL="285750" indent="-285750">
              <a:buFont typeface="Arial" charset="2"/>
              <a:buChar char="•"/>
            </a:pPr>
            <a:r>
              <a:rPr lang="en-GB" dirty="0"/>
              <a:t>A spring mint a </a:t>
            </a:r>
            <a:r>
              <a:rPr lang="en-GB" err="1"/>
              <a:t>webfejlesztés</a:t>
            </a:r>
            <a:r>
              <a:rPr lang="en-GB" dirty="0"/>
              <a:t> </a:t>
            </a:r>
            <a:r>
              <a:rPr lang="en-GB" err="1"/>
              <a:t>egyik</a:t>
            </a:r>
            <a:r>
              <a:rPr lang="en-GB" dirty="0"/>
              <a:t> </a:t>
            </a:r>
            <a:r>
              <a:rPr lang="en-GB" err="1"/>
              <a:t>alapjának</a:t>
            </a:r>
            <a:r>
              <a:rPr lang="en-GB" dirty="0"/>
              <a:t> </a:t>
            </a:r>
            <a:r>
              <a:rPr lang="en-GB" err="1"/>
              <a:t>ismerete</a:t>
            </a:r>
            <a:r>
              <a:rPr lang="en-GB" dirty="0"/>
              <a:t>.</a:t>
            </a:r>
          </a:p>
          <a:p>
            <a:pPr marL="285750" indent="-285750">
              <a:buFont typeface="Arial" charset="2"/>
              <a:buChar char="•"/>
            </a:pPr>
            <a:r>
              <a:rPr lang="en-GB" dirty="0"/>
              <a:t>A backend </a:t>
            </a:r>
            <a:r>
              <a:rPr lang="en-GB" err="1"/>
              <a:t>osztályok</a:t>
            </a:r>
            <a:r>
              <a:rPr lang="en-GB" dirty="0"/>
              <a:t> </a:t>
            </a:r>
            <a:r>
              <a:rPr lang="en-GB" err="1"/>
              <a:t>kialakítása</a:t>
            </a:r>
            <a:r>
              <a:rPr lang="en-GB" dirty="0"/>
              <a:t> a </a:t>
            </a:r>
            <a:r>
              <a:rPr lang="en-GB" err="1"/>
              <a:t>tervezési</a:t>
            </a:r>
            <a:r>
              <a:rPr lang="en-GB" dirty="0"/>
              <a:t> </a:t>
            </a:r>
            <a:r>
              <a:rPr lang="en-GB" err="1"/>
              <a:t>folyamatokhoz</a:t>
            </a:r>
            <a:r>
              <a:rPr lang="en-GB" dirty="0"/>
              <a:t> </a:t>
            </a:r>
            <a:r>
              <a:rPr lang="en-GB" err="1"/>
              <a:t>vissza</a:t>
            </a:r>
            <a:r>
              <a:rPr lang="en-GB" dirty="0"/>
              <a:t> </a:t>
            </a:r>
            <a:r>
              <a:rPr lang="en-GB" err="1"/>
              <a:t>nyulni</a:t>
            </a:r>
            <a:r>
              <a:rPr lang="en-GB" dirty="0"/>
              <a:t>(V </a:t>
            </a:r>
            <a:r>
              <a:rPr lang="en-GB" err="1"/>
              <a:t>modell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7709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2F3D5-C105-7604-8C52-19D33951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Lehetséges</a:t>
            </a:r>
            <a:r>
              <a:rPr lang="en-GB" dirty="0"/>
              <a:t> </a:t>
            </a:r>
            <a:r>
              <a:rPr lang="en-GB" dirty="0" err="1"/>
              <a:t>tovább</a:t>
            </a:r>
            <a:r>
              <a:rPr lang="en-GB" dirty="0"/>
              <a:t> </a:t>
            </a:r>
            <a:r>
              <a:rPr lang="en-GB" dirty="0" err="1"/>
              <a:t>fejlesztés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5BF8-66B2-E947-8985-1777218C7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err="1"/>
              <a:t>Regisztrációs</a:t>
            </a:r>
            <a:r>
              <a:rPr lang="en-GB" dirty="0"/>
              <a:t> </a:t>
            </a:r>
            <a:r>
              <a:rPr lang="en-GB" err="1"/>
              <a:t>felület</a:t>
            </a:r>
            <a:r>
              <a:rPr lang="en-GB" dirty="0"/>
              <a:t> </a:t>
            </a:r>
            <a:r>
              <a:rPr lang="en-GB" err="1"/>
              <a:t>kialakitása</a:t>
            </a:r>
            <a:endParaRPr lang="en-US"/>
          </a:p>
          <a:p>
            <a:r>
              <a:rPr lang="en-GB" err="1"/>
              <a:t>Telefonos</a:t>
            </a:r>
            <a:r>
              <a:rPr lang="en-GB" dirty="0"/>
              <a:t> </a:t>
            </a:r>
            <a:r>
              <a:rPr lang="en-GB" err="1"/>
              <a:t>implementáció</a:t>
            </a:r>
            <a:endParaRPr lang="en-GB"/>
          </a:p>
          <a:p>
            <a:r>
              <a:rPr lang="en-GB" dirty="0"/>
              <a:t>Ai </a:t>
            </a:r>
            <a:r>
              <a:rPr lang="en-GB" err="1"/>
              <a:t>integráció</a:t>
            </a:r>
            <a:r>
              <a:rPr lang="en-GB" dirty="0"/>
              <a:t>(</a:t>
            </a:r>
            <a:r>
              <a:rPr lang="en-GB" err="1"/>
              <a:t>Ügyfélszolgálat</a:t>
            </a:r>
            <a:r>
              <a:rPr lang="en-GB" dirty="0"/>
              <a:t> </a:t>
            </a:r>
            <a:r>
              <a:rPr lang="en-GB" err="1"/>
              <a:t>jellegü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492951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tanácsterem">
  <a:themeElements>
    <a:clrScheme name="Ion tanácstere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tanácstere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tanácstere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182</TotalTime>
  <Words>356</Words>
  <Application>Microsoft Office PowerPoint</Application>
  <PresentationFormat>Szélesvásznú</PresentationFormat>
  <Paragraphs>48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tanácsterem</vt:lpstr>
      <vt:lpstr>Pulcsi Webshop</vt:lpstr>
      <vt:lpstr>Ki miért volt felelős:</vt:lpstr>
      <vt:lpstr>Miért készült a rendszer?</vt:lpstr>
      <vt:lpstr>Funkcionális követelmények:</vt:lpstr>
      <vt:lpstr>Funkcionális követelmények:</vt:lpstr>
      <vt:lpstr>Alkalmazott technológiák</vt:lpstr>
      <vt:lpstr>Rendszer bemutatása:</vt:lpstr>
      <vt:lpstr>PowerPoint-bemutató</vt:lpstr>
      <vt:lpstr>PowerPoint-bemutató</vt:lpstr>
      <vt:lpstr>PowerPoint-bemutató</vt:lpstr>
      <vt:lpstr>Röviden a fejlesztésről</vt:lpstr>
      <vt:lpstr>Lehetséges tovább fejlesztés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Lilla Mária Laskovics</dc:creator>
  <cp:lastModifiedBy>Lilla Mária Laskovics</cp:lastModifiedBy>
  <cp:revision>4</cp:revision>
  <dcterms:created xsi:type="dcterms:W3CDTF">2025-12-02T12:18:06Z</dcterms:created>
  <dcterms:modified xsi:type="dcterms:W3CDTF">2025-12-07T21:32:23Z</dcterms:modified>
</cp:coreProperties>
</file>